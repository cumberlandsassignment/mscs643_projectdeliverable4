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Diamonds Data Mining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063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t>Deliverable 4: Final Insights, Recommendations, and Presentation</a:t>
            </a:r>
          </a:p>
        </p:txBody>
      </p:sp>
      <p:pic>
        <p:nvPicPr>
          <p:cNvPr id="4" name="Picture 3" descr="datase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069080"/>
            <a:ext cx="43891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Project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Deliverable 1: data collection, cleaning, and EDA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Deliverable 2: regression modeling and feature engineering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Deliverable 3: classification, clustering, and pattern mining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Deliverable 4: final insights, recommendations, ethics, and presentation</a:t>
            </a:r>
          </a:p>
        </p:txBody>
      </p:sp>
      <p:pic>
        <p:nvPicPr>
          <p:cNvPr id="4" name="Picture 3" descr="datase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Dataset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Diamonds dataset: 53,940 records and 10 attributes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No missing values found; 146 duplicate rows removed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Zero dimensions handled before calculating volume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Categorical grades encoded; numeric features scaled when needed</a:t>
            </a:r>
          </a:p>
        </p:txBody>
      </p:sp>
      <p:pic>
        <p:nvPicPr>
          <p:cNvPr id="4" name="Picture 3" descr="price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EDA and Feature Engineering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Carat and volume were the strongest size-based price drivers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Price was right-skewed, so log transforms improved stability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Quality features were most useful in combination: clarity + color + size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Created price_tier to support classification and association rules</a:t>
            </a:r>
          </a:p>
        </p:txBody>
      </p:sp>
      <p:pic>
        <p:nvPicPr>
          <p:cNvPr id="4" name="Picture 3" descr="regr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47548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Modeling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Regression: strong price prediction with size and quality features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Decision Tree: ~98.9% accuracy and weighted F1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KNN: ~98.6% accuracy and ~98.5% weighted F1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Tuned shallower tree performed as well as deeper models</a:t>
            </a:r>
          </a:p>
        </p:txBody>
      </p:sp>
      <p:pic>
        <p:nvPicPr>
          <p:cNvPr id="4" name="Picture 3" descr="classific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97280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Segmentation and Pattern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K-Means elbow supported k=4 for segmentation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Clusters separated diamonds by size and quality combinations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FP-Growth found interpretable rules linking clarity/color to price tier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Cut alone was weaker than combinations of clarity, color, and size</a:t>
            </a:r>
          </a:p>
        </p:txBody>
      </p:sp>
      <p:pic>
        <p:nvPicPr>
          <p:cNvPr id="4" name="Picture 3" descr="kmeans_elbow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05840"/>
            <a:ext cx="2834640" cy="2331720"/>
          </a:xfrm>
          <a:prstGeom prst="rect">
            <a:avLst/>
          </a:prstGeom>
        </p:spPr>
      </p:pic>
      <p:pic>
        <p:nvPicPr>
          <p:cNvPr id="5" name="Picture 4" descr="association_rule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57600"/>
            <a:ext cx="52120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Ethics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74151"/>
                </a:solidFill>
              </a:defRPr>
            </a:pPr>
            <a:r>
              <a:t>No direct personal data, but market data can still contain historical bias</a:t>
            </a:r>
          </a:p>
          <a:p>
            <a:pPr>
              <a:spcAft>
                <a:spcPts val="800"/>
              </a:spcAft>
              <a:defRPr sz="2200">
                <a:solidFill>
                  <a:srgbClr val="374151"/>
                </a:solidFill>
              </a:defRPr>
            </a:pPr>
            <a:r>
              <a:t>Price-derived labels can inflate classification performance</a:t>
            </a:r>
          </a:p>
          <a:p>
            <a:pPr>
              <a:spcAft>
                <a:spcPts val="800"/>
              </a:spcAft>
              <a:defRPr sz="2200">
                <a:solidFill>
                  <a:srgbClr val="374151"/>
                </a:solidFill>
              </a:defRPr>
            </a:pPr>
            <a:r>
              <a:t>Automated pricing should be explainable and reviewed for rare stones</a:t>
            </a:r>
          </a:p>
          <a:p>
            <a:pPr>
              <a:spcAft>
                <a:spcPts val="800"/>
              </a:spcAft>
              <a:defRPr sz="2200">
                <a:solidFill>
                  <a:srgbClr val="374151"/>
                </a:solidFill>
              </a:defRPr>
            </a:pPr>
            <a:r>
              <a:t>Document assumptions, validate externally, and avoid overstating generalizability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Recommendations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374151"/>
                </a:solidFill>
              </a:defRPr>
            </a:pPr>
            <a:r>
              <a:t>Use tier classification for inventory triage and product search</a:t>
            </a:r>
          </a:p>
          <a:p>
            <a:pPr>
              <a:spcAft>
                <a:spcPts val="800"/>
              </a:spcAft>
              <a:defRPr sz="2300">
                <a:solidFill>
                  <a:srgbClr val="374151"/>
                </a:solidFill>
              </a:defRPr>
            </a:pPr>
            <a:r>
              <a:t>Review high-value predictions manually before business use</a:t>
            </a:r>
          </a:p>
          <a:p>
            <a:pPr>
              <a:spcAft>
                <a:spcPts val="800"/>
              </a:spcAft>
              <a:defRPr sz="2300">
                <a:solidFill>
                  <a:srgbClr val="374151"/>
                </a:solidFill>
              </a:defRPr>
            </a:pPr>
            <a:r>
              <a:t>Add certificate lab, seller type, date, and market variables</a:t>
            </a:r>
          </a:p>
          <a:p>
            <a:pPr>
              <a:spcAft>
                <a:spcPts val="800"/>
              </a:spcAft>
              <a:defRPr sz="2300">
                <a:solidFill>
                  <a:srgbClr val="374151"/>
                </a:solidFill>
              </a:defRPr>
            </a:pPr>
            <a:r>
              <a:t>Validate on newer external market data before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